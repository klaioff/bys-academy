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B727FF-036F-463F-B406-86E2B9EC844D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87F88D8-AE7D-488F-93A1-8F9A5A0C5533}">
      <dgm:prSet/>
      <dgm:spPr/>
      <dgm:t>
        <a:bodyPr/>
        <a:lstStyle/>
        <a:p>
          <a:r>
            <a:rPr lang="fr-FR"/>
            <a:t>des </a:t>
          </a:r>
          <a:r>
            <a:rPr lang="fr-FR" b="1"/>
            <a:t>formations hybrides</a:t>
          </a:r>
          <a:r>
            <a:rPr lang="fr-FR"/>
            <a:t> fluides (en ligne et en présentiel),</a:t>
          </a:r>
          <a:endParaRPr lang="en-US"/>
        </a:p>
      </dgm:t>
    </dgm:pt>
    <dgm:pt modelId="{DCA3A9DB-1397-411C-B4C6-92697EEFE923}" type="parTrans" cxnId="{F2B66187-936B-48EB-BE7A-36232E35458B}">
      <dgm:prSet/>
      <dgm:spPr/>
      <dgm:t>
        <a:bodyPr/>
        <a:lstStyle/>
        <a:p>
          <a:endParaRPr lang="en-US"/>
        </a:p>
      </dgm:t>
    </dgm:pt>
    <dgm:pt modelId="{F3AE96FD-1C0C-430C-B0A4-A00B207A9584}" type="sibTrans" cxnId="{F2B66187-936B-48EB-BE7A-36232E35458B}">
      <dgm:prSet/>
      <dgm:spPr/>
      <dgm:t>
        <a:bodyPr/>
        <a:lstStyle/>
        <a:p>
          <a:endParaRPr lang="en-US"/>
        </a:p>
      </dgm:t>
    </dgm:pt>
    <dgm:pt modelId="{50F59E0A-2443-48EC-9CA7-D44F72642E72}">
      <dgm:prSet/>
      <dgm:spPr/>
      <dgm:t>
        <a:bodyPr/>
        <a:lstStyle/>
        <a:p>
          <a:r>
            <a:rPr lang="fr-FR"/>
            <a:t>une </a:t>
          </a:r>
          <a:r>
            <a:rPr lang="fr-FR" b="1"/>
            <a:t>gestion centralisée</a:t>
          </a:r>
          <a:r>
            <a:rPr lang="fr-FR"/>
            <a:t> des utilisateurs, certificats et contenus,</a:t>
          </a:r>
          <a:endParaRPr lang="en-US"/>
        </a:p>
      </dgm:t>
    </dgm:pt>
    <dgm:pt modelId="{8B6FE2C1-4FEF-4ED4-BD7D-AC2E69201607}" type="parTrans" cxnId="{0D058D2F-C7C7-4EC9-9BE9-1D57E59C88B1}">
      <dgm:prSet/>
      <dgm:spPr/>
      <dgm:t>
        <a:bodyPr/>
        <a:lstStyle/>
        <a:p>
          <a:endParaRPr lang="en-US"/>
        </a:p>
      </dgm:t>
    </dgm:pt>
    <dgm:pt modelId="{81ED9E8B-FDDC-4FBE-8C40-D89E726FB3BC}" type="sibTrans" cxnId="{0D058D2F-C7C7-4EC9-9BE9-1D57E59C88B1}">
      <dgm:prSet/>
      <dgm:spPr/>
      <dgm:t>
        <a:bodyPr/>
        <a:lstStyle/>
        <a:p>
          <a:endParaRPr lang="en-US"/>
        </a:p>
      </dgm:t>
    </dgm:pt>
    <dgm:pt modelId="{45FF7657-8B49-4866-A65B-2FA9178DC9A5}">
      <dgm:prSet/>
      <dgm:spPr/>
      <dgm:t>
        <a:bodyPr/>
        <a:lstStyle/>
        <a:p>
          <a:r>
            <a:rPr lang="fr-FR"/>
            <a:t>et une </a:t>
          </a:r>
          <a:r>
            <a:rPr lang="fr-FR" b="1"/>
            <a:t>expérience utilisateur moderne</a:t>
          </a:r>
          <a:r>
            <a:rPr lang="fr-FR"/>
            <a:t> pour les étudiants et formateurs.</a:t>
          </a:r>
          <a:endParaRPr lang="en-US"/>
        </a:p>
      </dgm:t>
    </dgm:pt>
    <dgm:pt modelId="{C3A23F33-8A7E-4879-85D6-C0B6707C241E}" type="parTrans" cxnId="{108A8167-44C7-4DEC-820B-F8688E61CFB5}">
      <dgm:prSet/>
      <dgm:spPr/>
      <dgm:t>
        <a:bodyPr/>
        <a:lstStyle/>
        <a:p>
          <a:endParaRPr lang="en-US"/>
        </a:p>
      </dgm:t>
    </dgm:pt>
    <dgm:pt modelId="{2F391054-5A51-4863-B18F-4FA51E98C23F}" type="sibTrans" cxnId="{108A8167-44C7-4DEC-820B-F8688E61CFB5}">
      <dgm:prSet/>
      <dgm:spPr/>
      <dgm:t>
        <a:bodyPr/>
        <a:lstStyle/>
        <a:p>
          <a:endParaRPr lang="en-US"/>
        </a:p>
      </dgm:t>
    </dgm:pt>
    <dgm:pt modelId="{1141BF45-7846-465E-AAB9-0F950DF34541}" type="pres">
      <dgm:prSet presAssocID="{AFB727FF-036F-463F-B406-86E2B9EC84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5B98BF-701B-41F4-8468-AD8706752C68}" type="pres">
      <dgm:prSet presAssocID="{887F88D8-AE7D-488F-93A1-8F9A5A0C5533}" presName="hierRoot1" presStyleCnt="0"/>
      <dgm:spPr/>
    </dgm:pt>
    <dgm:pt modelId="{8974AB08-CA57-41F0-BBAF-BB27B3776F08}" type="pres">
      <dgm:prSet presAssocID="{887F88D8-AE7D-488F-93A1-8F9A5A0C5533}" presName="composite" presStyleCnt="0"/>
      <dgm:spPr/>
    </dgm:pt>
    <dgm:pt modelId="{72713561-FEED-461C-AAC3-816D8177D439}" type="pres">
      <dgm:prSet presAssocID="{887F88D8-AE7D-488F-93A1-8F9A5A0C5533}" presName="background" presStyleLbl="node0" presStyleIdx="0" presStyleCnt="3"/>
      <dgm:spPr/>
    </dgm:pt>
    <dgm:pt modelId="{42264CCA-CDEE-423E-82FA-80BF71B48F0A}" type="pres">
      <dgm:prSet presAssocID="{887F88D8-AE7D-488F-93A1-8F9A5A0C5533}" presName="text" presStyleLbl="fgAcc0" presStyleIdx="0" presStyleCnt="3">
        <dgm:presLayoutVars>
          <dgm:chPref val="3"/>
        </dgm:presLayoutVars>
      </dgm:prSet>
      <dgm:spPr/>
    </dgm:pt>
    <dgm:pt modelId="{7C71FC7E-FF50-4592-A833-E1ADA4686A20}" type="pres">
      <dgm:prSet presAssocID="{887F88D8-AE7D-488F-93A1-8F9A5A0C5533}" presName="hierChild2" presStyleCnt="0"/>
      <dgm:spPr/>
    </dgm:pt>
    <dgm:pt modelId="{EEF26549-EC9E-4AC1-9FE3-75CBFAA915E7}" type="pres">
      <dgm:prSet presAssocID="{50F59E0A-2443-48EC-9CA7-D44F72642E72}" presName="hierRoot1" presStyleCnt="0"/>
      <dgm:spPr/>
    </dgm:pt>
    <dgm:pt modelId="{79F53375-C424-45E6-BB75-79D0DD77AB63}" type="pres">
      <dgm:prSet presAssocID="{50F59E0A-2443-48EC-9CA7-D44F72642E72}" presName="composite" presStyleCnt="0"/>
      <dgm:spPr/>
    </dgm:pt>
    <dgm:pt modelId="{B3FD0D41-B557-4E2A-9C6C-B1B55E2CD79B}" type="pres">
      <dgm:prSet presAssocID="{50F59E0A-2443-48EC-9CA7-D44F72642E72}" presName="background" presStyleLbl="node0" presStyleIdx="1" presStyleCnt="3"/>
      <dgm:spPr/>
    </dgm:pt>
    <dgm:pt modelId="{E412E7C8-2199-4801-A8FF-9A98323BE305}" type="pres">
      <dgm:prSet presAssocID="{50F59E0A-2443-48EC-9CA7-D44F72642E72}" presName="text" presStyleLbl="fgAcc0" presStyleIdx="1" presStyleCnt="3">
        <dgm:presLayoutVars>
          <dgm:chPref val="3"/>
        </dgm:presLayoutVars>
      </dgm:prSet>
      <dgm:spPr/>
    </dgm:pt>
    <dgm:pt modelId="{9E526CCA-6D75-4CF9-8363-A65714C85CD4}" type="pres">
      <dgm:prSet presAssocID="{50F59E0A-2443-48EC-9CA7-D44F72642E72}" presName="hierChild2" presStyleCnt="0"/>
      <dgm:spPr/>
    </dgm:pt>
    <dgm:pt modelId="{DAD7B30F-FFBD-42E1-A475-E799CA044619}" type="pres">
      <dgm:prSet presAssocID="{45FF7657-8B49-4866-A65B-2FA9178DC9A5}" presName="hierRoot1" presStyleCnt="0"/>
      <dgm:spPr/>
    </dgm:pt>
    <dgm:pt modelId="{C73F5401-CB67-40FA-B331-48604601D8F1}" type="pres">
      <dgm:prSet presAssocID="{45FF7657-8B49-4866-A65B-2FA9178DC9A5}" presName="composite" presStyleCnt="0"/>
      <dgm:spPr/>
    </dgm:pt>
    <dgm:pt modelId="{4314792D-3BC3-4BDE-8944-F18D625A3590}" type="pres">
      <dgm:prSet presAssocID="{45FF7657-8B49-4866-A65B-2FA9178DC9A5}" presName="background" presStyleLbl="node0" presStyleIdx="2" presStyleCnt="3"/>
      <dgm:spPr/>
    </dgm:pt>
    <dgm:pt modelId="{02C96C5F-F026-40A1-B6DE-707B0696530E}" type="pres">
      <dgm:prSet presAssocID="{45FF7657-8B49-4866-A65B-2FA9178DC9A5}" presName="text" presStyleLbl="fgAcc0" presStyleIdx="2" presStyleCnt="3">
        <dgm:presLayoutVars>
          <dgm:chPref val="3"/>
        </dgm:presLayoutVars>
      </dgm:prSet>
      <dgm:spPr/>
    </dgm:pt>
    <dgm:pt modelId="{A94A5A97-50F5-4F50-BADA-D61AE20081FC}" type="pres">
      <dgm:prSet presAssocID="{45FF7657-8B49-4866-A65B-2FA9178DC9A5}" presName="hierChild2" presStyleCnt="0"/>
      <dgm:spPr/>
    </dgm:pt>
  </dgm:ptLst>
  <dgm:cxnLst>
    <dgm:cxn modelId="{0D058D2F-C7C7-4EC9-9BE9-1D57E59C88B1}" srcId="{AFB727FF-036F-463F-B406-86E2B9EC844D}" destId="{50F59E0A-2443-48EC-9CA7-D44F72642E72}" srcOrd="1" destOrd="0" parTransId="{8B6FE2C1-4FEF-4ED4-BD7D-AC2E69201607}" sibTransId="{81ED9E8B-FDDC-4FBE-8C40-D89E726FB3BC}"/>
    <dgm:cxn modelId="{108A8167-44C7-4DEC-820B-F8688E61CFB5}" srcId="{AFB727FF-036F-463F-B406-86E2B9EC844D}" destId="{45FF7657-8B49-4866-A65B-2FA9178DC9A5}" srcOrd="2" destOrd="0" parTransId="{C3A23F33-8A7E-4879-85D6-C0B6707C241E}" sibTransId="{2F391054-5A51-4863-B18F-4FA51E98C23F}"/>
    <dgm:cxn modelId="{8BF47C6A-8411-45C9-92F7-4E33BD549C92}" type="presOf" srcId="{50F59E0A-2443-48EC-9CA7-D44F72642E72}" destId="{E412E7C8-2199-4801-A8FF-9A98323BE305}" srcOrd="0" destOrd="0" presId="urn:microsoft.com/office/officeart/2005/8/layout/hierarchy1"/>
    <dgm:cxn modelId="{AD017F75-3C16-48B6-8211-1A9662C6615B}" type="presOf" srcId="{AFB727FF-036F-463F-B406-86E2B9EC844D}" destId="{1141BF45-7846-465E-AAB9-0F950DF34541}" srcOrd="0" destOrd="0" presId="urn:microsoft.com/office/officeart/2005/8/layout/hierarchy1"/>
    <dgm:cxn modelId="{3D3D4285-18E8-4083-8D6A-AC9635649E68}" type="presOf" srcId="{887F88D8-AE7D-488F-93A1-8F9A5A0C5533}" destId="{42264CCA-CDEE-423E-82FA-80BF71B48F0A}" srcOrd="0" destOrd="0" presId="urn:microsoft.com/office/officeart/2005/8/layout/hierarchy1"/>
    <dgm:cxn modelId="{F2B66187-936B-48EB-BE7A-36232E35458B}" srcId="{AFB727FF-036F-463F-B406-86E2B9EC844D}" destId="{887F88D8-AE7D-488F-93A1-8F9A5A0C5533}" srcOrd="0" destOrd="0" parTransId="{DCA3A9DB-1397-411C-B4C6-92697EEFE923}" sibTransId="{F3AE96FD-1C0C-430C-B0A4-A00B207A9584}"/>
    <dgm:cxn modelId="{0D32B589-7E03-4562-BC3D-A739E710DF60}" type="presOf" srcId="{45FF7657-8B49-4866-A65B-2FA9178DC9A5}" destId="{02C96C5F-F026-40A1-B6DE-707B0696530E}" srcOrd="0" destOrd="0" presId="urn:microsoft.com/office/officeart/2005/8/layout/hierarchy1"/>
    <dgm:cxn modelId="{85E84558-E8AF-4A58-B998-B4320D0BF6DF}" type="presParOf" srcId="{1141BF45-7846-465E-AAB9-0F950DF34541}" destId="{D25B98BF-701B-41F4-8468-AD8706752C68}" srcOrd="0" destOrd="0" presId="urn:microsoft.com/office/officeart/2005/8/layout/hierarchy1"/>
    <dgm:cxn modelId="{A424666E-D328-4B3C-BBDB-6A268B0AB7CE}" type="presParOf" srcId="{D25B98BF-701B-41F4-8468-AD8706752C68}" destId="{8974AB08-CA57-41F0-BBAF-BB27B3776F08}" srcOrd="0" destOrd="0" presId="urn:microsoft.com/office/officeart/2005/8/layout/hierarchy1"/>
    <dgm:cxn modelId="{07E4D933-C727-4737-B3B8-BE41DB6E010F}" type="presParOf" srcId="{8974AB08-CA57-41F0-BBAF-BB27B3776F08}" destId="{72713561-FEED-461C-AAC3-816D8177D439}" srcOrd="0" destOrd="0" presId="urn:microsoft.com/office/officeart/2005/8/layout/hierarchy1"/>
    <dgm:cxn modelId="{59F191C8-0F0F-449A-92CC-E835B224440D}" type="presParOf" srcId="{8974AB08-CA57-41F0-BBAF-BB27B3776F08}" destId="{42264CCA-CDEE-423E-82FA-80BF71B48F0A}" srcOrd="1" destOrd="0" presId="urn:microsoft.com/office/officeart/2005/8/layout/hierarchy1"/>
    <dgm:cxn modelId="{89578AEC-1575-4221-8817-7BB5E915195A}" type="presParOf" srcId="{D25B98BF-701B-41F4-8468-AD8706752C68}" destId="{7C71FC7E-FF50-4592-A833-E1ADA4686A20}" srcOrd="1" destOrd="0" presId="urn:microsoft.com/office/officeart/2005/8/layout/hierarchy1"/>
    <dgm:cxn modelId="{0A9F7339-E4D4-4C61-A218-921C5EAAACFB}" type="presParOf" srcId="{1141BF45-7846-465E-AAB9-0F950DF34541}" destId="{EEF26549-EC9E-4AC1-9FE3-75CBFAA915E7}" srcOrd="1" destOrd="0" presId="urn:microsoft.com/office/officeart/2005/8/layout/hierarchy1"/>
    <dgm:cxn modelId="{C5090640-7C37-49FC-9D84-BC4311CE143A}" type="presParOf" srcId="{EEF26549-EC9E-4AC1-9FE3-75CBFAA915E7}" destId="{79F53375-C424-45E6-BB75-79D0DD77AB63}" srcOrd="0" destOrd="0" presId="urn:microsoft.com/office/officeart/2005/8/layout/hierarchy1"/>
    <dgm:cxn modelId="{6DAA4A01-F9B4-4D9B-BBDB-6D9CE3B91E4A}" type="presParOf" srcId="{79F53375-C424-45E6-BB75-79D0DD77AB63}" destId="{B3FD0D41-B557-4E2A-9C6C-B1B55E2CD79B}" srcOrd="0" destOrd="0" presId="urn:microsoft.com/office/officeart/2005/8/layout/hierarchy1"/>
    <dgm:cxn modelId="{74A16ED4-5E45-4057-9064-AE95B33C88D5}" type="presParOf" srcId="{79F53375-C424-45E6-BB75-79D0DD77AB63}" destId="{E412E7C8-2199-4801-A8FF-9A98323BE305}" srcOrd="1" destOrd="0" presId="urn:microsoft.com/office/officeart/2005/8/layout/hierarchy1"/>
    <dgm:cxn modelId="{3F621DD1-C430-4ED4-BA19-F549D1B46B8E}" type="presParOf" srcId="{EEF26549-EC9E-4AC1-9FE3-75CBFAA915E7}" destId="{9E526CCA-6D75-4CF9-8363-A65714C85CD4}" srcOrd="1" destOrd="0" presId="urn:microsoft.com/office/officeart/2005/8/layout/hierarchy1"/>
    <dgm:cxn modelId="{A9B1CCFE-3BFC-47F0-BDE7-1E0DC02D66C4}" type="presParOf" srcId="{1141BF45-7846-465E-AAB9-0F950DF34541}" destId="{DAD7B30F-FFBD-42E1-A475-E799CA044619}" srcOrd="2" destOrd="0" presId="urn:microsoft.com/office/officeart/2005/8/layout/hierarchy1"/>
    <dgm:cxn modelId="{72B4C224-1623-43CF-B4CD-7DBB848C213A}" type="presParOf" srcId="{DAD7B30F-FFBD-42E1-A475-E799CA044619}" destId="{C73F5401-CB67-40FA-B331-48604601D8F1}" srcOrd="0" destOrd="0" presId="urn:microsoft.com/office/officeart/2005/8/layout/hierarchy1"/>
    <dgm:cxn modelId="{948B4C8E-75D0-4E76-931A-8F7215F3E1F4}" type="presParOf" srcId="{C73F5401-CB67-40FA-B331-48604601D8F1}" destId="{4314792D-3BC3-4BDE-8944-F18D625A3590}" srcOrd="0" destOrd="0" presId="urn:microsoft.com/office/officeart/2005/8/layout/hierarchy1"/>
    <dgm:cxn modelId="{5873886E-8192-4C83-9B5C-11F25D975207}" type="presParOf" srcId="{C73F5401-CB67-40FA-B331-48604601D8F1}" destId="{02C96C5F-F026-40A1-B6DE-707B0696530E}" srcOrd="1" destOrd="0" presId="urn:microsoft.com/office/officeart/2005/8/layout/hierarchy1"/>
    <dgm:cxn modelId="{8C371D37-A0F1-4CE9-905A-F09206788DEB}" type="presParOf" srcId="{DAD7B30F-FFBD-42E1-A475-E799CA044619}" destId="{A94A5A97-50F5-4F50-BADA-D61AE20081F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A32E42-8B29-418A-A406-D1CACC0AB15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DF388FB-F631-4106-8E20-77F1C0E33A96}">
      <dgm:prSet/>
      <dgm:spPr/>
      <dgm:t>
        <a:bodyPr/>
        <a:lstStyle/>
        <a:p>
          <a:r>
            <a:rPr lang="fr-FR" dirty="0"/>
            <a:t>un </a:t>
          </a:r>
          <a:r>
            <a:rPr lang="fr-FR" b="1" dirty="0"/>
            <a:t>centre de compétences digitales</a:t>
          </a:r>
          <a:endParaRPr lang="en-US" dirty="0"/>
        </a:p>
      </dgm:t>
    </dgm:pt>
    <dgm:pt modelId="{EB612A9A-8543-47B4-A3D2-95A653085EF4}" type="parTrans" cxnId="{A8D2C1E3-6ACF-49B8-8F39-63E2EEFCAE92}">
      <dgm:prSet/>
      <dgm:spPr/>
      <dgm:t>
        <a:bodyPr/>
        <a:lstStyle/>
        <a:p>
          <a:endParaRPr lang="en-US"/>
        </a:p>
      </dgm:t>
    </dgm:pt>
    <dgm:pt modelId="{5E7F5D98-0FD6-4A6F-A3CB-3DA2CAAE3029}" type="sibTrans" cxnId="{A8D2C1E3-6ACF-49B8-8F39-63E2EEFCAE92}">
      <dgm:prSet/>
      <dgm:spPr/>
      <dgm:t>
        <a:bodyPr/>
        <a:lstStyle/>
        <a:p>
          <a:endParaRPr lang="en-US"/>
        </a:p>
      </dgm:t>
    </dgm:pt>
    <dgm:pt modelId="{A065DBDC-FF25-4E2C-B309-3B20B4BDC71E}">
      <dgm:prSet/>
      <dgm:spPr/>
      <dgm:t>
        <a:bodyPr/>
        <a:lstStyle/>
        <a:p>
          <a:r>
            <a:rPr lang="fr-FR" dirty="0"/>
            <a:t>un </a:t>
          </a:r>
          <a:r>
            <a:rPr lang="fr-FR" b="1" dirty="0"/>
            <a:t>hub d’échanges étudiants-professionnels</a:t>
          </a:r>
          <a:endParaRPr lang="en-US" dirty="0"/>
        </a:p>
      </dgm:t>
    </dgm:pt>
    <dgm:pt modelId="{781C2D47-A235-4E47-8E3E-F28D9BD336E7}" type="parTrans" cxnId="{39A12AE1-9098-4AD7-9FE0-88542462343E}">
      <dgm:prSet/>
      <dgm:spPr/>
      <dgm:t>
        <a:bodyPr/>
        <a:lstStyle/>
        <a:p>
          <a:endParaRPr lang="en-US"/>
        </a:p>
      </dgm:t>
    </dgm:pt>
    <dgm:pt modelId="{C77DA9A7-2CF4-483F-83E6-F92E8C41C8A6}" type="sibTrans" cxnId="{39A12AE1-9098-4AD7-9FE0-88542462343E}">
      <dgm:prSet/>
      <dgm:spPr/>
      <dgm:t>
        <a:bodyPr/>
        <a:lstStyle/>
        <a:p>
          <a:endParaRPr lang="en-US"/>
        </a:p>
      </dgm:t>
    </dgm:pt>
    <dgm:pt modelId="{A3A9D463-B541-42F8-836D-AEC91F4B29F2}" type="pres">
      <dgm:prSet presAssocID="{A1A32E42-8B29-418A-A406-D1CACC0AB1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A4C323-6B35-462D-97DB-B337DC501F83}" type="pres">
      <dgm:prSet presAssocID="{ADF388FB-F631-4106-8E20-77F1C0E33A96}" presName="hierRoot1" presStyleCnt="0"/>
      <dgm:spPr/>
    </dgm:pt>
    <dgm:pt modelId="{D730C05E-8B28-453A-BA08-5C411DDB69B1}" type="pres">
      <dgm:prSet presAssocID="{ADF388FB-F631-4106-8E20-77F1C0E33A96}" presName="composite" presStyleCnt="0"/>
      <dgm:spPr/>
    </dgm:pt>
    <dgm:pt modelId="{D832817A-B519-42D8-830C-A7923ACA15E7}" type="pres">
      <dgm:prSet presAssocID="{ADF388FB-F631-4106-8E20-77F1C0E33A96}" presName="background" presStyleLbl="node0" presStyleIdx="0" presStyleCnt="2"/>
      <dgm:spPr/>
    </dgm:pt>
    <dgm:pt modelId="{BA142AD6-95CD-49C0-99ED-1065B7C6A973}" type="pres">
      <dgm:prSet presAssocID="{ADF388FB-F631-4106-8E20-77F1C0E33A96}" presName="text" presStyleLbl="fgAcc0" presStyleIdx="0" presStyleCnt="2">
        <dgm:presLayoutVars>
          <dgm:chPref val="3"/>
        </dgm:presLayoutVars>
      </dgm:prSet>
      <dgm:spPr/>
    </dgm:pt>
    <dgm:pt modelId="{719EAE7F-F2CC-4974-9E7D-E4C2E0FA4590}" type="pres">
      <dgm:prSet presAssocID="{ADF388FB-F631-4106-8E20-77F1C0E33A96}" presName="hierChild2" presStyleCnt="0"/>
      <dgm:spPr/>
    </dgm:pt>
    <dgm:pt modelId="{F4DBA2EC-6884-4C89-8C96-5C73385E4ED5}" type="pres">
      <dgm:prSet presAssocID="{A065DBDC-FF25-4E2C-B309-3B20B4BDC71E}" presName="hierRoot1" presStyleCnt="0"/>
      <dgm:spPr/>
    </dgm:pt>
    <dgm:pt modelId="{0D5E9AC6-F50A-42AD-A3EB-F0368EE6CE1A}" type="pres">
      <dgm:prSet presAssocID="{A065DBDC-FF25-4E2C-B309-3B20B4BDC71E}" presName="composite" presStyleCnt="0"/>
      <dgm:spPr/>
    </dgm:pt>
    <dgm:pt modelId="{4A5C0FC5-0E54-451D-9D4E-340736C81426}" type="pres">
      <dgm:prSet presAssocID="{A065DBDC-FF25-4E2C-B309-3B20B4BDC71E}" presName="background" presStyleLbl="node0" presStyleIdx="1" presStyleCnt="2"/>
      <dgm:spPr/>
    </dgm:pt>
    <dgm:pt modelId="{AFE72B48-DC6F-4045-AF56-1F613C0CAD1B}" type="pres">
      <dgm:prSet presAssocID="{A065DBDC-FF25-4E2C-B309-3B20B4BDC71E}" presName="text" presStyleLbl="fgAcc0" presStyleIdx="1" presStyleCnt="2">
        <dgm:presLayoutVars>
          <dgm:chPref val="3"/>
        </dgm:presLayoutVars>
      </dgm:prSet>
      <dgm:spPr/>
    </dgm:pt>
    <dgm:pt modelId="{FAA82C6D-FB37-4A34-ABC2-189D7A1D91DF}" type="pres">
      <dgm:prSet presAssocID="{A065DBDC-FF25-4E2C-B309-3B20B4BDC71E}" presName="hierChild2" presStyleCnt="0"/>
      <dgm:spPr/>
    </dgm:pt>
  </dgm:ptLst>
  <dgm:cxnLst>
    <dgm:cxn modelId="{19301084-4BF6-4B25-9BE5-58EA0637F65D}" type="presOf" srcId="{A065DBDC-FF25-4E2C-B309-3B20B4BDC71E}" destId="{AFE72B48-DC6F-4045-AF56-1F613C0CAD1B}" srcOrd="0" destOrd="0" presId="urn:microsoft.com/office/officeart/2005/8/layout/hierarchy1"/>
    <dgm:cxn modelId="{B8EA4AAD-D5D8-4714-AEBD-B2C1DFAA0822}" type="presOf" srcId="{A1A32E42-8B29-418A-A406-D1CACC0AB159}" destId="{A3A9D463-B541-42F8-836D-AEC91F4B29F2}" srcOrd="0" destOrd="0" presId="urn:microsoft.com/office/officeart/2005/8/layout/hierarchy1"/>
    <dgm:cxn modelId="{39A12AE1-9098-4AD7-9FE0-88542462343E}" srcId="{A1A32E42-8B29-418A-A406-D1CACC0AB159}" destId="{A065DBDC-FF25-4E2C-B309-3B20B4BDC71E}" srcOrd="1" destOrd="0" parTransId="{781C2D47-A235-4E47-8E3E-F28D9BD336E7}" sibTransId="{C77DA9A7-2CF4-483F-83E6-F92E8C41C8A6}"/>
    <dgm:cxn modelId="{A8D2C1E3-6ACF-49B8-8F39-63E2EEFCAE92}" srcId="{A1A32E42-8B29-418A-A406-D1CACC0AB159}" destId="{ADF388FB-F631-4106-8E20-77F1C0E33A96}" srcOrd="0" destOrd="0" parTransId="{EB612A9A-8543-47B4-A3D2-95A653085EF4}" sibTransId="{5E7F5D98-0FD6-4A6F-A3CB-3DA2CAAE3029}"/>
    <dgm:cxn modelId="{D6A3B7ED-C7A8-4E1D-9AE1-86B0F94BD4E0}" type="presOf" srcId="{ADF388FB-F631-4106-8E20-77F1C0E33A96}" destId="{BA142AD6-95CD-49C0-99ED-1065B7C6A973}" srcOrd="0" destOrd="0" presId="urn:microsoft.com/office/officeart/2005/8/layout/hierarchy1"/>
    <dgm:cxn modelId="{E0202E7E-8260-44B2-9F65-0BD06F068461}" type="presParOf" srcId="{A3A9D463-B541-42F8-836D-AEC91F4B29F2}" destId="{68A4C323-6B35-462D-97DB-B337DC501F83}" srcOrd="0" destOrd="0" presId="urn:microsoft.com/office/officeart/2005/8/layout/hierarchy1"/>
    <dgm:cxn modelId="{70B3FE8F-DA69-41C9-B8C1-1E82C206ACCE}" type="presParOf" srcId="{68A4C323-6B35-462D-97DB-B337DC501F83}" destId="{D730C05E-8B28-453A-BA08-5C411DDB69B1}" srcOrd="0" destOrd="0" presId="urn:microsoft.com/office/officeart/2005/8/layout/hierarchy1"/>
    <dgm:cxn modelId="{07DCAC76-2178-498C-A41B-B0C4D76AEB5B}" type="presParOf" srcId="{D730C05E-8B28-453A-BA08-5C411DDB69B1}" destId="{D832817A-B519-42D8-830C-A7923ACA15E7}" srcOrd="0" destOrd="0" presId="urn:microsoft.com/office/officeart/2005/8/layout/hierarchy1"/>
    <dgm:cxn modelId="{F560C6BF-574F-4BBC-9352-633AE403FE69}" type="presParOf" srcId="{D730C05E-8B28-453A-BA08-5C411DDB69B1}" destId="{BA142AD6-95CD-49C0-99ED-1065B7C6A973}" srcOrd="1" destOrd="0" presId="urn:microsoft.com/office/officeart/2005/8/layout/hierarchy1"/>
    <dgm:cxn modelId="{4AE931D8-A61D-45EA-8EBD-2BE705EB4869}" type="presParOf" srcId="{68A4C323-6B35-462D-97DB-B337DC501F83}" destId="{719EAE7F-F2CC-4974-9E7D-E4C2E0FA4590}" srcOrd="1" destOrd="0" presId="urn:microsoft.com/office/officeart/2005/8/layout/hierarchy1"/>
    <dgm:cxn modelId="{12D787EB-CE43-4D75-B459-D87997F5B764}" type="presParOf" srcId="{A3A9D463-B541-42F8-836D-AEC91F4B29F2}" destId="{F4DBA2EC-6884-4C89-8C96-5C73385E4ED5}" srcOrd="1" destOrd="0" presId="urn:microsoft.com/office/officeart/2005/8/layout/hierarchy1"/>
    <dgm:cxn modelId="{0666F4CF-BC28-4CF3-ADD8-182B17269B14}" type="presParOf" srcId="{F4DBA2EC-6884-4C89-8C96-5C73385E4ED5}" destId="{0D5E9AC6-F50A-42AD-A3EB-F0368EE6CE1A}" srcOrd="0" destOrd="0" presId="urn:microsoft.com/office/officeart/2005/8/layout/hierarchy1"/>
    <dgm:cxn modelId="{E1982EC2-0F38-4254-ABEA-568248048675}" type="presParOf" srcId="{0D5E9AC6-F50A-42AD-A3EB-F0368EE6CE1A}" destId="{4A5C0FC5-0E54-451D-9D4E-340736C81426}" srcOrd="0" destOrd="0" presId="urn:microsoft.com/office/officeart/2005/8/layout/hierarchy1"/>
    <dgm:cxn modelId="{D5A89BDE-2E4A-4924-B041-A351F51E5C9F}" type="presParOf" srcId="{0D5E9AC6-F50A-42AD-A3EB-F0368EE6CE1A}" destId="{AFE72B48-DC6F-4045-AF56-1F613C0CAD1B}" srcOrd="1" destOrd="0" presId="urn:microsoft.com/office/officeart/2005/8/layout/hierarchy1"/>
    <dgm:cxn modelId="{DA92D622-B246-4312-99EC-A75DAE9293B6}" type="presParOf" srcId="{F4DBA2EC-6884-4C89-8C96-5C73385E4ED5}" destId="{FAA82C6D-FB37-4A34-ABC2-189D7A1D91D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FD1EF3-45FF-4940-B9B7-4CC2FEC87D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1A57A3-64A1-4D88-A49B-F5DC67DEF1CB}">
      <dgm:prSet/>
      <dgm:spPr/>
      <dgm:t>
        <a:bodyPr/>
        <a:lstStyle/>
        <a:p>
          <a:r>
            <a:rPr lang="fr-FR" b="1"/>
            <a:t>Développement</a:t>
          </a:r>
          <a:r>
            <a:rPr lang="fr-FR"/>
            <a:t> : React.js / Node.js / Firebase</a:t>
          </a:r>
          <a:endParaRPr lang="en-US"/>
        </a:p>
      </dgm:t>
    </dgm:pt>
    <dgm:pt modelId="{89797016-71D2-49A4-8212-A6FDA5B56239}" type="parTrans" cxnId="{E0A8115C-8370-418F-A285-7C6D46EB356D}">
      <dgm:prSet/>
      <dgm:spPr/>
      <dgm:t>
        <a:bodyPr/>
        <a:lstStyle/>
        <a:p>
          <a:endParaRPr lang="en-US"/>
        </a:p>
      </dgm:t>
    </dgm:pt>
    <dgm:pt modelId="{0B4DE4D6-D8EB-42FE-A710-F7805C7FD4B3}" type="sibTrans" cxnId="{E0A8115C-8370-418F-A285-7C6D46EB356D}">
      <dgm:prSet/>
      <dgm:spPr/>
      <dgm:t>
        <a:bodyPr/>
        <a:lstStyle/>
        <a:p>
          <a:endParaRPr lang="en-US"/>
        </a:p>
      </dgm:t>
    </dgm:pt>
    <dgm:pt modelId="{3D5005F8-FA7A-405A-9DBB-41A569FA55C5}">
      <dgm:prSet/>
      <dgm:spPr/>
      <dgm:t>
        <a:bodyPr/>
        <a:lstStyle/>
        <a:p>
          <a:r>
            <a:rPr lang="fr-FR" b="1"/>
            <a:t>Collaboration</a:t>
          </a:r>
          <a:r>
            <a:rPr lang="fr-FR"/>
            <a:t> : GitHub, Trello, Slack</a:t>
          </a:r>
          <a:endParaRPr lang="en-US"/>
        </a:p>
      </dgm:t>
    </dgm:pt>
    <dgm:pt modelId="{C0C82D7F-8181-426D-970A-88EABD303702}" type="parTrans" cxnId="{0337B460-D0CC-4248-AAB6-87C4433C2241}">
      <dgm:prSet/>
      <dgm:spPr/>
      <dgm:t>
        <a:bodyPr/>
        <a:lstStyle/>
        <a:p>
          <a:endParaRPr lang="en-US"/>
        </a:p>
      </dgm:t>
    </dgm:pt>
    <dgm:pt modelId="{952A8DD6-BD5D-4E9E-B01B-F80064C3B366}" type="sibTrans" cxnId="{0337B460-D0CC-4248-AAB6-87C4433C2241}">
      <dgm:prSet/>
      <dgm:spPr/>
      <dgm:t>
        <a:bodyPr/>
        <a:lstStyle/>
        <a:p>
          <a:endParaRPr lang="en-US"/>
        </a:p>
      </dgm:t>
    </dgm:pt>
    <dgm:pt modelId="{9F91BE97-0D0F-4759-BD6C-917EA4C941D3}">
      <dgm:prSet/>
      <dgm:spPr/>
      <dgm:t>
        <a:bodyPr/>
        <a:lstStyle/>
        <a:p>
          <a:r>
            <a:rPr lang="fr-FR" b="1"/>
            <a:t>Design</a:t>
          </a:r>
          <a:r>
            <a:rPr lang="fr-FR"/>
            <a:t> : Figma</a:t>
          </a:r>
          <a:endParaRPr lang="en-US"/>
        </a:p>
      </dgm:t>
    </dgm:pt>
    <dgm:pt modelId="{AC7C15CC-E658-480F-9B2D-5A2999596592}" type="parTrans" cxnId="{1C61B910-6EE2-4697-B9A0-64154F5681D5}">
      <dgm:prSet/>
      <dgm:spPr/>
      <dgm:t>
        <a:bodyPr/>
        <a:lstStyle/>
        <a:p>
          <a:endParaRPr lang="en-US"/>
        </a:p>
      </dgm:t>
    </dgm:pt>
    <dgm:pt modelId="{C9C621D6-7D05-438D-A4A0-5BEBEAA2AC24}" type="sibTrans" cxnId="{1C61B910-6EE2-4697-B9A0-64154F5681D5}">
      <dgm:prSet/>
      <dgm:spPr/>
      <dgm:t>
        <a:bodyPr/>
        <a:lstStyle/>
        <a:p>
          <a:endParaRPr lang="en-US"/>
        </a:p>
      </dgm:t>
    </dgm:pt>
    <dgm:pt modelId="{D2CE967C-A7BC-4CC7-BF07-593B1EC8E86B}">
      <dgm:prSet/>
      <dgm:spPr/>
      <dgm:t>
        <a:bodyPr/>
        <a:lstStyle/>
        <a:p>
          <a:r>
            <a:rPr lang="fr-FR" b="1"/>
            <a:t>Hébergement</a:t>
          </a:r>
          <a:r>
            <a:rPr lang="fr-FR"/>
            <a:t> : Hostinger</a:t>
          </a:r>
          <a:endParaRPr lang="en-US"/>
        </a:p>
      </dgm:t>
    </dgm:pt>
    <dgm:pt modelId="{31A8A870-A2ED-4F40-A563-79FC0CA2C017}" type="parTrans" cxnId="{4F8C2B99-7F10-420C-B6BA-1B9448BCCBF4}">
      <dgm:prSet/>
      <dgm:spPr/>
      <dgm:t>
        <a:bodyPr/>
        <a:lstStyle/>
        <a:p>
          <a:endParaRPr lang="en-US"/>
        </a:p>
      </dgm:t>
    </dgm:pt>
    <dgm:pt modelId="{0B96C6D8-C79B-48CB-B352-554957378F71}" type="sibTrans" cxnId="{4F8C2B99-7F10-420C-B6BA-1B9448BCCBF4}">
      <dgm:prSet/>
      <dgm:spPr/>
      <dgm:t>
        <a:bodyPr/>
        <a:lstStyle/>
        <a:p>
          <a:endParaRPr lang="en-US"/>
        </a:p>
      </dgm:t>
    </dgm:pt>
    <dgm:pt modelId="{D6472B0A-10A5-4257-ACE3-960A9C0E23AD}" type="pres">
      <dgm:prSet presAssocID="{68FD1EF3-45FF-4940-B9B7-4CC2FEC87DAE}" presName="linear" presStyleCnt="0">
        <dgm:presLayoutVars>
          <dgm:animLvl val="lvl"/>
          <dgm:resizeHandles val="exact"/>
        </dgm:presLayoutVars>
      </dgm:prSet>
      <dgm:spPr/>
    </dgm:pt>
    <dgm:pt modelId="{3DC9213F-4E79-4803-91B6-C8FF04278AEF}" type="pres">
      <dgm:prSet presAssocID="{D41A57A3-64A1-4D88-A49B-F5DC67DEF1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BAB6DE4-470B-49BE-A118-8AB4BD1B1935}" type="pres">
      <dgm:prSet presAssocID="{0B4DE4D6-D8EB-42FE-A710-F7805C7FD4B3}" presName="spacer" presStyleCnt="0"/>
      <dgm:spPr/>
    </dgm:pt>
    <dgm:pt modelId="{A28F9BAA-200A-43C7-B15A-17488FAF1A61}" type="pres">
      <dgm:prSet presAssocID="{3D5005F8-FA7A-405A-9DBB-41A569FA55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582FF92-CA9E-4395-AE68-AF4BBD919637}" type="pres">
      <dgm:prSet presAssocID="{952A8DD6-BD5D-4E9E-B01B-F80064C3B366}" presName="spacer" presStyleCnt="0"/>
      <dgm:spPr/>
    </dgm:pt>
    <dgm:pt modelId="{5A9BE1CE-73BB-4A1F-8913-7A66FC223941}" type="pres">
      <dgm:prSet presAssocID="{9F91BE97-0D0F-4759-BD6C-917EA4C941D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2B8407-39E5-41DB-B8F8-5D33487AA0EB}" type="pres">
      <dgm:prSet presAssocID="{C9C621D6-7D05-438D-A4A0-5BEBEAA2AC24}" presName="spacer" presStyleCnt="0"/>
      <dgm:spPr/>
    </dgm:pt>
    <dgm:pt modelId="{CFEA87A5-CB30-42C4-9744-7EE1CAD4B6A1}" type="pres">
      <dgm:prSet presAssocID="{D2CE967C-A7BC-4CC7-BF07-593B1EC8E86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61B910-6EE2-4697-B9A0-64154F5681D5}" srcId="{68FD1EF3-45FF-4940-B9B7-4CC2FEC87DAE}" destId="{9F91BE97-0D0F-4759-BD6C-917EA4C941D3}" srcOrd="2" destOrd="0" parTransId="{AC7C15CC-E658-480F-9B2D-5A2999596592}" sibTransId="{C9C621D6-7D05-438D-A4A0-5BEBEAA2AC24}"/>
    <dgm:cxn modelId="{E0A8115C-8370-418F-A285-7C6D46EB356D}" srcId="{68FD1EF3-45FF-4940-B9B7-4CC2FEC87DAE}" destId="{D41A57A3-64A1-4D88-A49B-F5DC67DEF1CB}" srcOrd="0" destOrd="0" parTransId="{89797016-71D2-49A4-8212-A6FDA5B56239}" sibTransId="{0B4DE4D6-D8EB-42FE-A710-F7805C7FD4B3}"/>
    <dgm:cxn modelId="{0337B460-D0CC-4248-AAB6-87C4433C2241}" srcId="{68FD1EF3-45FF-4940-B9B7-4CC2FEC87DAE}" destId="{3D5005F8-FA7A-405A-9DBB-41A569FA55C5}" srcOrd="1" destOrd="0" parTransId="{C0C82D7F-8181-426D-970A-88EABD303702}" sibTransId="{952A8DD6-BD5D-4E9E-B01B-F80064C3B366}"/>
    <dgm:cxn modelId="{E29A2C82-AD6E-4002-B863-881FCECD4214}" type="presOf" srcId="{68FD1EF3-45FF-4940-B9B7-4CC2FEC87DAE}" destId="{D6472B0A-10A5-4257-ACE3-960A9C0E23AD}" srcOrd="0" destOrd="0" presId="urn:microsoft.com/office/officeart/2005/8/layout/vList2"/>
    <dgm:cxn modelId="{D566FF8C-8365-40BA-B35A-0D301268922E}" type="presOf" srcId="{3D5005F8-FA7A-405A-9DBB-41A569FA55C5}" destId="{A28F9BAA-200A-43C7-B15A-17488FAF1A61}" srcOrd="0" destOrd="0" presId="urn:microsoft.com/office/officeart/2005/8/layout/vList2"/>
    <dgm:cxn modelId="{5172718E-431E-4B76-B24C-D913A2A596A9}" type="presOf" srcId="{D2CE967C-A7BC-4CC7-BF07-593B1EC8E86B}" destId="{CFEA87A5-CB30-42C4-9744-7EE1CAD4B6A1}" srcOrd="0" destOrd="0" presId="urn:microsoft.com/office/officeart/2005/8/layout/vList2"/>
    <dgm:cxn modelId="{4F8C2B99-7F10-420C-B6BA-1B9448BCCBF4}" srcId="{68FD1EF3-45FF-4940-B9B7-4CC2FEC87DAE}" destId="{D2CE967C-A7BC-4CC7-BF07-593B1EC8E86B}" srcOrd="3" destOrd="0" parTransId="{31A8A870-A2ED-4F40-A563-79FC0CA2C017}" sibTransId="{0B96C6D8-C79B-48CB-B352-554957378F71}"/>
    <dgm:cxn modelId="{5E1B62EA-8FA6-43F1-B102-7A5EA02BF0C8}" type="presOf" srcId="{9F91BE97-0D0F-4759-BD6C-917EA4C941D3}" destId="{5A9BE1CE-73BB-4A1F-8913-7A66FC223941}" srcOrd="0" destOrd="0" presId="urn:microsoft.com/office/officeart/2005/8/layout/vList2"/>
    <dgm:cxn modelId="{A67CCCF9-10BE-4C80-93F3-1B5A93E65C7F}" type="presOf" srcId="{D41A57A3-64A1-4D88-A49B-F5DC67DEF1CB}" destId="{3DC9213F-4E79-4803-91B6-C8FF04278AEF}" srcOrd="0" destOrd="0" presId="urn:microsoft.com/office/officeart/2005/8/layout/vList2"/>
    <dgm:cxn modelId="{8E84A699-96EF-44FE-9E3C-76012ABAE871}" type="presParOf" srcId="{D6472B0A-10A5-4257-ACE3-960A9C0E23AD}" destId="{3DC9213F-4E79-4803-91B6-C8FF04278AEF}" srcOrd="0" destOrd="0" presId="urn:microsoft.com/office/officeart/2005/8/layout/vList2"/>
    <dgm:cxn modelId="{3AAF9680-E6B5-4189-89D9-F89367E9ED8B}" type="presParOf" srcId="{D6472B0A-10A5-4257-ACE3-960A9C0E23AD}" destId="{9BAB6DE4-470B-49BE-A118-8AB4BD1B1935}" srcOrd="1" destOrd="0" presId="urn:microsoft.com/office/officeart/2005/8/layout/vList2"/>
    <dgm:cxn modelId="{7553CA1A-511B-46F4-80D3-36B99CDB7248}" type="presParOf" srcId="{D6472B0A-10A5-4257-ACE3-960A9C0E23AD}" destId="{A28F9BAA-200A-43C7-B15A-17488FAF1A61}" srcOrd="2" destOrd="0" presId="urn:microsoft.com/office/officeart/2005/8/layout/vList2"/>
    <dgm:cxn modelId="{B452ED9B-830B-4F05-AC1E-556A7D415B0D}" type="presParOf" srcId="{D6472B0A-10A5-4257-ACE3-960A9C0E23AD}" destId="{5582FF92-CA9E-4395-AE68-AF4BBD919637}" srcOrd="3" destOrd="0" presId="urn:microsoft.com/office/officeart/2005/8/layout/vList2"/>
    <dgm:cxn modelId="{8333AF8C-EB53-4BFA-9F7D-22BE99B2BA95}" type="presParOf" srcId="{D6472B0A-10A5-4257-ACE3-960A9C0E23AD}" destId="{5A9BE1CE-73BB-4A1F-8913-7A66FC223941}" srcOrd="4" destOrd="0" presId="urn:microsoft.com/office/officeart/2005/8/layout/vList2"/>
    <dgm:cxn modelId="{61E76FA5-55AC-4FD6-96B5-C275F4B768AD}" type="presParOf" srcId="{D6472B0A-10A5-4257-ACE3-960A9C0E23AD}" destId="{0D2B8407-39E5-41DB-B8F8-5D33487AA0EB}" srcOrd="5" destOrd="0" presId="urn:microsoft.com/office/officeart/2005/8/layout/vList2"/>
    <dgm:cxn modelId="{8D414511-6E7D-482A-BCB2-1755652DC020}" type="presParOf" srcId="{D6472B0A-10A5-4257-ACE3-960A9C0E23AD}" destId="{CFEA87A5-CB30-42C4-9744-7EE1CAD4B6A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3561-FEED-461C-AAC3-816D8177D439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64CCA-CDEE-423E-82FA-80BF71B48F0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des </a:t>
          </a:r>
          <a:r>
            <a:rPr lang="fr-FR" sz="2200" b="1" kern="1200"/>
            <a:t>formations hybrides</a:t>
          </a:r>
          <a:r>
            <a:rPr lang="fr-FR" sz="2200" kern="1200"/>
            <a:t> fluides (en ligne et en présentiel),</a:t>
          </a:r>
          <a:endParaRPr lang="en-US" sz="2200" kern="1200"/>
        </a:p>
      </dsp:txBody>
      <dsp:txXfrm>
        <a:off x="378614" y="886531"/>
        <a:ext cx="2810360" cy="1744948"/>
      </dsp:txXfrm>
    </dsp:sp>
    <dsp:sp modelId="{B3FD0D41-B557-4E2A-9C6C-B1B55E2CD79B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2E7C8-2199-4801-A8FF-9A98323BE30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une </a:t>
          </a:r>
          <a:r>
            <a:rPr lang="fr-FR" sz="2200" b="1" kern="1200"/>
            <a:t>gestion centralisée</a:t>
          </a:r>
          <a:r>
            <a:rPr lang="fr-FR" sz="2200" kern="1200"/>
            <a:t> des utilisateurs, certificats et contenus,</a:t>
          </a:r>
          <a:endParaRPr lang="en-US" sz="2200" kern="1200"/>
        </a:p>
      </dsp:txBody>
      <dsp:txXfrm>
        <a:off x="3946203" y="886531"/>
        <a:ext cx="2810360" cy="1744948"/>
      </dsp:txXfrm>
    </dsp:sp>
    <dsp:sp modelId="{4314792D-3BC3-4BDE-8944-F18D625A3590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96C5F-F026-40A1-B6DE-707B0696530E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et une </a:t>
          </a:r>
          <a:r>
            <a:rPr lang="fr-FR" sz="2200" b="1" kern="1200"/>
            <a:t>expérience utilisateur moderne</a:t>
          </a:r>
          <a:r>
            <a:rPr lang="fr-FR" sz="2200" kern="1200"/>
            <a:t> pour les étudiants et formateurs.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2817A-B519-42D8-830C-A7923ACA15E7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42AD6-95CD-49C0-99ED-1065B7C6A973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 dirty="0"/>
            <a:t>un </a:t>
          </a:r>
          <a:r>
            <a:rPr lang="fr-FR" sz="4000" b="1" kern="1200" dirty="0"/>
            <a:t>centre de compétences digitales</a:t>
          </a:r>
          <a:endParaRPr lang="en-US" sz="4000" kern="1200" dirty="0"/>
        </a:p>
      </dsp:txBody>
      <dsp:txXfrm>
        <a:off x="696297" y="538547"/>
        <a:ext cx="4171627" cy="2590157"/>
      </dsp:txXfrm>
    </dsp:sp>
    <dsp:sp modelId="{4A5C0FC5-0E54-451D-9D4E-340736C8142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72B48-DC6F-4045-AF56-1F613C0CAD1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 dirty="0"/>
            <a:t>un </a:t>
          </a:r>
          <a:r>
            <a:rPr lang="fr-FR" sz="4000" b="1" kern="1200" dirty="0"/>
            <a:t>hub d’échanges étudiants-professionnels</a:t>
          </a:r>
          <a:endParaRPr lang="en-US" sz="4000" kern="1200" dirty="0"/>
        </a:p>
      </dsp:txBody>
      <dsp:txXfrm>
        <a:off x="5991936" y="538547"/>
        <a:ext cx="4171627" cy="2590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9213F-4E79-4803-91B6-C8FF04278AEF}">
      <dsp:nvSpPr>
        <dsp:cNvPr id="0" name=""/>
        <dsp:cNvSpPr/>
      </dsp:nvSpPr>
      <dsp:spPr>
        <a:xfrm>
          <a:off x="0" y="90728"/>
          <a:ext cx="10515600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b="1" kern="1200"/>
            <a:t>Développement</a:t>
          </a:r>
          <a:r>
            <a:rPr lang="fr-FR" sz="3900" kern="1200"/>
            <a:t> : React.js / Node.js / Firebase</a:t>
          </a:r>
          <a:endParaRPr lang="en-US" sz="3900" kern="1200"/>
        </a:p>
      </dsp:txBody>
      <dsp:txXfrm>
        <a:off x="46777" y="137505"/>
        <a:ext cx="10422046" cy="864676"/>
      </dsp:txXfrm>
    </dsp:sp>
    <dsp:sp modelId="{A28F9BAA-200A-43C7-B15A-17488FAF1A61}">
      <dsp:nvSpPr>
        <dsp:cNvPr id="0" name=""/>
        <dsp:cNvSpPr/>
      </dsp:nvSpPr>
      <dsp:spPr>
        <a:xfrm>
          <a:off x="0" y="1161279"/>
          <a:ext cx="10515600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b="1" kern="1200"/>
            <a:t>Collaboration</a:t>
          </a:r>
          <a:r>
            <a:rPr lang="fr-FR" sz="3900" kern="1200"/>
            <a:t> : GitHub, Trello, Slack</a:t>
          </a:r>
          <a:endParaRPr lang="en-US" sz="3900" kern="1200"/>
        </a:p>
      </dsp:txBody>
      <dsp:txXfrm>
        <a:off x="46777" y="1208056"/>
        <a:ext cx="10422046" cy="864676"/>
      </dsp:txXfrm>
    </dsp:sp>
    <dsp:sp modelId="{5A9BE1CE-73BB-4A1F-8913-7A66FC223941}">
      <dsp:nvSpPr>
        <dsp:cNvPr id="0" name=""/>
        <dsp:cNvSpPr/>
      </dsp:nvSpPr>
      <dsp:spPr>
        <a:xfrm>
          <a:off x="0" y="2231829"/>
          <a:ext cx="10515600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b="1" kern="1200"/>
            <a:t>Design</a:t>
          </a:r>
          <a:r>
            <a:rPr lang="fr-FR" sz="3900" kern="1200"/>
            <a:t> : Figma</a:t>
          </a:r>
          <a:endParaRPr lang="en-US" sz="3900" kern="1200"/>
        </a:p>
      </dsp:txBody>
      <dsp:txXfrm>
        <a:off x="46777" y="2278606"/>
        <a:ext cx="10422046" cy="864676"/>
      </dsp:txXfrm>
    </dsp:sp>
    <dsp:sp modelId="{CFEA87A5-CB30-42C4-9744-7EE1CAD4B6A1}">
      <dsp:nvSpPr>
        <dsp:cNvPr id="0" name=""/>
        <dsp:cNvSpPr/>
      </dsp:nvSpPr>
      <dsp:spPr>
        <a:xfrm>
          <a:off x="0" y="3302379"/>
          <a:ext cx="10515600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b="1" kern="1200"/>
            <a:t>Hébergement</a:t>
          </a:r>
          <a:r>
            <a:rPr lang="fr-FR" sz="3900" kern="1200"/>
            <a:t> : Hostinger</a:t>
          </a:r>
          <a:endParaRPr lang="en-US" sz="3900" kern="1200"/>
        </a:p>
      </dsp:txBody>
      <dsp:txXfrm>
        <a:off x="46777" y="3349156"/>
        <a:ext cx="10422046" cy="864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17F34-36DD-40FA-2CBB-327F17F4B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C4F010-FCDD-32BE-9BD2-474ABB296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97C525-8418-A35F-2EF3-CD4E001C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7533C9-CE07-D30E-A5AD-6FEA0B97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CEBDC-87D5-29F4-DE6D-76C7CF5C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79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D449C-0B5F-3948-676A-CD83693E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CB470C-1A5A-3669-EED4-928C4AD3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272152-AEEA-A697-23A6-93B57250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812C8B-2E0C-80DB-05D5-8BAE1DC1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3CFB6D-8920-D9BC-4A53-D45409CD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625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998830-D783-D4D2-1A0B-A8AE00B9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F9E9BA-10D1-74F6-20A7-8CD9C285C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F99796-6F3A-5D08-95E0-F3BD4F93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CD6403-B799-49B8-9B3D-4501BBD1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D1F1DA-8A59-7CB9-77C5-D2873C33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81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8A1C73-7A8E-2D42-1F71-107A48FD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DC733A-04F5-1BE5-6612-2C35438CB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1D8307-F636-BECB-46A5-66BDDCBA0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30D18C-6ABA-D37C-2555-6383BBAC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11B7B6-E7B5-16B2-7E14-71F5DF61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49F373-F8BC-2E02-5EE2-10BB0A58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276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614B3A-0452-060C-62BE-A000A25E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439FA6-9796-8BE5-87B0-2F6C81BC3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3990ED-4277-438D-C9B0-9946F50DB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E061FF3-2C8A-3523-A042-48ED1AA07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D218FD-EF8C-8D69-D2F8-59A5EA4E4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094A95C-DDD5-14C4-295C-12A9CDF5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E3B8F38-249B-0277-71B3-F0A3381C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C53D11-5530-7641-59F2-7AAC8F67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87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03527-F6C0-F07D-B136-AF95FCEA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22FCCB8-B49F-0CAB-9FDD-4A82A066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69177C-9B63-69DC-E8E5-F92B3A7B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8F0FD7-02BD-4429-36EC-D99F2AB7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78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831F26-1B7F-47F1-31EA-B0ACA8F5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8119F3-AD5D-7244-5EBA-781BE57E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0AD0C5-5298-7ECB-6C05-D4254723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31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B206C0-D335-7814-FE39-4541C0F0A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D2C19-0AED-242A-C6B1-8530ECC37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9879AC-0ADC-19C4-0FE8-906333007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469849-5B5E-FEB4-2A93-41D4BE412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4D0B1E-3E6D-EECD-363F-16C29E24E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BFFD64-DF5F-AE9D-87E4-0E8A6D8A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248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12FCA-3617-4DE3-18DC-DE144E0F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2DA36B-398C-AE0A-5A6D-DDAB16DD8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704CCD-3BAB-946F-F7E8-4A86D807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D15F15-FAC1-9796-0493-382B2E47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7009EB-8AF5-CA93-E961-06DFF32F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C31B23-5993-6BAF-FA4C-21256EDB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43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C1F58-A32E-04CC-415A-CD185A80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E0778D-04CE-56AA-C738-62D0F60E2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EC5142-6284-5656-AB72-C93F2A78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99E5ED-ACEB-C1EB-196D-33DF2DDF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811CC7-383D-03B6-D0B1-6771A817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81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47CC6B8-8CF7-D861-6D57-B5F5D8F18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33F541-D419-9B8F-DDD6-04CF7E6C5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A6450B-ED62-2467-22B6-78CE22A6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A362D1-2D94-0E91-AB2E-668E962A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FA22CB-5507-E055-32CD-D8EA1B0E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33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6F97C8-EFAD-9BA4-0C1E-52CF1DB1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7879C4-BBC2-97D5-C7CE-63267CF43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42DDFC-E530-D478-FD79-786DE18BC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E48BB-F74A-4CD3-BA93-D229BAD2E48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5C30E6-58C3-B00E-D4B7-05DBF1906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024A4-9206-31B7-2139-1D445746E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3D038-98B8-4F6B-9360-5D5102084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07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EA7479-C95A-1134-C0D8-6868BCA0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7200"/>
              <a:t>Candidature Vis-à-vis IT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F09A05-8BA4-38E3-E5F8-62D1A3867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fr-FR" dirty="0" err="1"/>
              <a:t>Becem</a:t>
            </a:r>
            <a:r>
              <a:rPr lang="fr-FR" dirty="0"/>
              <a:t> </a:t>
            </a:r>
            <a:r>
              <a:rPr lang="fr-FR" dirty="0" err="1"/>
              <a:t>Klai</a:t>
            </a:r>
            <a:endParaRPr lang="fr-FR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7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37AB81-0F71-BB06-8DF4-7E10F896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fr-FR" sz="2600" dirty="0"/>
              <a:t>🎯 1. Objectif général du poste</a:t>
            </a:r>
            <a:br>
              <a:rPr lang="fr-FR" sz="2600" dirty="0"/>
            </a:br>
            <a:r>
              <a:rPr lang="fr-FR" sz="2600" dirty="0"/>
              <a:t>Mettre en place une </a:t>
            </a:r>
            <a:r>
              <a:rPr lang="fr-FR" sz="2600" b="1" dirty="0"/>
              <a:t>infrastructure numérique performante, interactive et évolutive</a:t>
            </a:r>
            <a:r>
              <a:rPr lang="fr-FR" sz="2600" dirty="0"/>
              <a:t> permettant à BYS </a:t>
            </a:r>
            <a:r>
              <a:rPr lang="fr-FR" sz="2600" dirty="0" err="1"/>
              <a:t>Academy</a:t>
            </a:r>
            <a:r>
              <a:rPr lang="fr-FR" sz="2600" dirty="0"/>
              <a:t> d’assurer :</a:t>
            </a:r>
            <a:br>
              <a:rPr lang="fr-FR" sz="2600" dirty="0"/>
            </a:br>
            <a:endParaRPr lang="fr-FR" sz="2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7D070AD-0958-0711-1280-22E9D0A66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59870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362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61C102-1814-141B-BD38-6293356E7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fr-FR" sz="2600" dirty="0"/>
              <a:t>🧩 2. Vision stratégique</a:t>
            </a:r>
            <a:br>
              <a:rPr lang="fr-FR" sz="2600" dirty="0"/>
            </a:br>
            <a:r>
              <a:rPr lang="fr-FR" sz="2600" dirty="0"/>
              <a:t>Faire de BYS </a:t>
            </a:r>
            <a:r>
              <a:rPr lang="fr-FR" sz="2600" dirty="0" err="1"/>
              <a:t>Academy</a:t>
            </a:r>
            <a:r>
              <a:rPr lang="fr-FR" sz="2600" dirty="0"/>
              <a:t> une </a:t>
            </a:r>
            <a:r>
              <a:rPr lang="fr-FR" sz="2600" b="1" dirty="0"/>
              <a:t>plateforme de formation intelligente et collaborative</a:t>
            </a:r>
            <a:r>
              <a:rPr lang="fr-FR" sz="2600" dirty="0"/>
              <a:t>, capable d’évoluer à long terme vers :</a:t>
            </a:r>
            <a:br>
              <a:rPr lang="fr-FR" sz="2600" dirty="0"/>
            </a:br>
            <a:endParaRPr lang="fr-FR" sz="2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9CF268C-4044-69E1-D5BD-16678F21AF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23963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730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AB95077-C6CE-6A55-D557-BCD66C22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🗺️ Plan d’action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E636A4-2FF6-8916-3233-0B2E2C60B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fr-FR" sz="1500" b="1" dirty="0"/>
              <a:t>1️⃣ Phase 1 – Diagnostic &amp; planification</a:t>
            </a:r>
          </a:p>
          <a:p>
            <a:pPr marL="0" indent="0">
              <a:buNone/>
            </a:pPr>
            <a:r>
              <a:rPr lang="fr-FR" sz="1500" dirty="0"/>
              <a:t>Identifier les besoins techniques et pédagogiques.</a:t>
            </a:r>
          </a:p>
          <a:p>
            <a:pPr marL="0" indent="0">
              <a:buNone/>
            </a:pPr>
            <a:r>
              <a:rPr lang="fr-FR" sz="1500" dirty="0"/>
              <a:t>Définir la technologie principale et le cahier des charges.</a:t>
            </a:r>
          </a:p>
          <a:p>
            <a:pPr marL="0" indent="0">
              <a:buNone/>
            </a:pPr>
            <a:r>
              <a:rPr lang="fr-FR" sz="1500" dirty="0"/>
              <a:t>Créer le planning et organiser l’équipe IT.</a:t>
            </a:r>
          </a:p>
          <a:p>
            <a:r>
              <a:rPr lang="fr-FR" sz="1500" b="1" dirty="0"/>
              <a:t>2️⃣ Phase 2 – Conception &amp; mise en place</a:t>
            </a:r>
          </a:p>
          <a:p>
            <a:pPr marL="0" indent="0">
              <a:buNone/>
            </a:pPr>
            <a:r>
              <a:rPr lang="fr-FR" sz="1500" dirty="0"/>
              <a:t>Créer les maquettes (</a:t>
            </a:r>
            <a:r>
              <a:rPr lang="fr-FR" sz="1500" dirty="0" err="1"/>
              <a:t>Figma</a:t>
            </a:r>
            <a:r>
              <a:rPr lang="fr-FR" sz="1500" dirty="0"/>
              <a:t>) et le dépôt GitHub.</a:t>
            </a:r>
          </a:p>
          <a:p>
            <a:pPr marL="0" indent="0">
              <a:buNone/>
            </a:pPr>
            <a:r>
              <a:rPr lang="fr-FR" sz="1500" dirty="0"/>
              <a:t>Mettre en place la base technique (hébergement, base de données).</a:t>
            </a:r>
          </a:p>
          <a:p>
            <a:pPr marL="0" indent="0">
              <a:buNone/>
            </a:pPr>
            <a:r>
              <a:rPr lang="fr-FR" sz="1500" dirty="0"/>
              <a:t>Installer les outils de gestion et de communication (Trello, Slack).</a:t>
            </a:r>
          </a:p>
          <a:p>
            <a:r>
              <a:rPr lang="fr-FR" sz="1500" b="1" dirty="0"/>
              <a:t>3️⃣ Phase 3 – Développement &amp; tests</a:t>
            </a:r>
          </a:p>
          <a:p>
            <a:pPr marL="0" indent="0">
              <a:buNone/>
            </a:pPr>
            <a:r>
              <a:rPr lang="fr-FR" sz="1500" dirty="0"/>
              <a:t>Développer les modules essentiels : authentification, gestion des cours, certificats.</a:t>
            </a:r>
          </a:p>
          <a:p>
            <a:pPr marL="0" indent="0">
              <a:buNone/>
            </a:pPr>
            <a:r>
              <a:rPr lang="fr-FR" sz="1500" dirty="0"/>
              <a:t>Tester et valider chaque fonctionnalité avant le déploiement.</a:t>
            </a:r>
          </a:p>
          <a:p>
            <a:pPr marL="0" indent="0">
              <a:buNone/>
            </a:pPr>
            <a:r>
              <a:rPr lang="fr-FR" sz="1500" dirty="0"/>
              <a:t>Assurer la cohérence du design et la sécurité des données.</a:t>
            </a:r>
          </a:p>
          <a:p>
            <a:r>
              <a:rPr lang="fr-FR" sz="1500" b="1" dirty="0"/>
              <a:t>4️⃣ Phase 4 – Lancement &amp; maintenance</a:t>
            </a:r>
          </a:p>
          <a:p>
            <a:pPr marL="0" indent="0">
              <a:buNone/>
            </a:pPr>
            <a:r>
              <a:rPr lang="fr-FR" sz="1500" dirty="0"/>
              <a:t>Déployer la plateforme (</a:t>
            </a:r>
            <a:r>
              <a:rPr lang="fr-FR" sz="1500" dirty="0" err="1"/>
              <a:t>Vercel</a:t>
            </a:r>
            <a:r>
              <a:rPr lang="fr-FR" sz="1500" dirty="0"/>
              <a:t> / </a:t>
            </a:r>
            <a:r>
              <a:rPr lang="fr-FR" sz="1500" dirty="0" err="1"/>
              <a:t>Render</a:t>
            </a:r>
            <a:r>
              <a:rPr lang="fr-FR" sz="1500" dirty="0"/>
              <a:t>).</a:t>
            </a:r>
          </a:p>
          <a:p>
            <a:pPr marL="0" indent="0">
              <a:buNone/>
            </a:pPr>
            <a:r>
              <a:rPr lang="fr-FR" sz="1500" dirty="0"/>
              <a:t>Former l’équipe à son utilisation.</a:t>
            </a:r>
          </a:p>
          <a:p>
            <a:pPr marL="0" indent="0">
              <a:buNone/>
            </a:pPr>
            <a:r>
              <a:rPr lang="fr-FR" sz="1500" dirty="0"/>
              <a:t>Prévoir la maintenance, la sauvegarde et les futures évolutions.</a:t>
            </a:r>
          </a:p>
          <a:p>
            <a:endParaRPr lang="fr-FR" sz="1500" dirty="0"/>
          </a:p>
        </p:txBody>
      </p:sp>
    </p:spTree>
    <p:extLst>
      <p:ext uri="{BB962C8B-B14F-4D97-AF65-F5344CB8AC3E}">
        <p14:creationId xmlns:p14="http://schemas.microsoft.com/office/powerpoint/2010/main" val="91759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C99FF-C00A-6DAB-9B81-F3172F0FE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🧰 Outils clés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490C74C-2BF2-FECD-BA2C-7C6714E881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90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0C7F8E-94F6-C3E1-9982-139333097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fr-FR" sz="5400"/>
              <a:t>📅 Vision finale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DE9049-9372-F38A-832E-7C19CC277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fr-FR" sz="2400"/>
              <a:t>Mon objectif est de faire de BYS Academy non seulement une plateforme de formation, mais aussi une </a:t>
            </a:r>
            <a:r>
              <a:rPr lang="fr-FR" sz="2400" b="1"/>
              <a:t>référence technologique et pédagogique</a:t>
            </a:r>
            <a:r>
              <a:rPr lang="fr-FR" sz="2400"/>
              <a:t> pour les étudiants, en combinant innovation, collaboration et excellence technique.</a:t>
            </a:r>
            <a:br>
              <a:rPr lang="fr-FR" sz="2400"/>
            </a:br>
            <a:r>
              <a:rPr lang="fr-FR" sz="2400"/>
              <a:t>Ensemble, nous pouvons </a:t>
            </a:r>
            <a:r>
              <a:rPr lang="fr-FR" sz="2400" b="1"/>
              <a:t>“build together”</a:t>
            </a:r>
            <a:r>
              <a:rPr lang="fr-FR" sz="2400"/>
              <a:t> une solution durable et inspirante. 💪</a:t>
            </a:r>
          </a:p>
        </p:txBody>
      </p:sp>
    </p:spTree>
    <p:extLst>
      <p:ext uri="{BB962C8B-B14F-4D97-AF65-F5344CB8AC3E}">
        <p14:creationId xmlns:p14="http://schemas.microsoft.com/office/powerpoint/2010/main" val="1416046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F2AAED-8A12-F06A-4513-A16D96F2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Quelques précisions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7976C3-8CDE-2052-9CC6-BDEEB4BA4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fr-FR" sz="2400" dirty="0"/>
              <a:t>Je tiens à préciser que, bien que je ne dispose pas encore d’une grande expérience en développement web, je considère cette opportunité comme un moyen précieux de </a:t>
            </a:r>
            <a:r>
              <a:rPr lang="fr-FR" sz="2400" b="1" dirty="0"/>
              <a:t>développer mes compétences techniques</a:t>
            </a:r>
            <a:r>
              <a:rPr lang="fr-FR" sz="2400" dirty="0"/>
              <a:t> et d’</a:t>
            </a:r>
            <a:r>
              <a:rPr lang="fr-FR" sz="2400" b="1" dirty="0"/>
              <a:t>apprendre aux côtés des membres expérimentés</a:t>
            </a:r>
            <a:r>
              <a:rPr lang="fr-FR" sz="2400" dirty="0"/>
              <a:t> du club.</a:t>
            </a:r>
          </a:p>
          <a:p>
            <a:endParaRPr lang="fr-FR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8929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377</Words>
  <Application>Microsoft Office PowerPoint</Application>
  <PresentationFormat>Grand écran</PresentationFormat>
  <Paragraphs>35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Candidature Vis-à-vis IT</vt:lpstr>
      <vt:lpstr>🎯 1. Objectif général du poste Mettre en place une infrastructure numérique performante, interactive et évolutive permettant à BYS Academy d’assurer : </vt:lpstr>
      <vt:lpstr>🧩 2. Vision stratégique Faire de BYS Academy une plateforme de formation intelligente et collaborative, capable d’évoluer à long terme vers : </vt:lpstr>
      <vt:lpstr>🗺️ Plan d’action</vt:lpstr>
      <vt:lpstr>🧰 Outils clés</vt:lpstr>
      <vt:lpstr>📅 Vision finale</vt:lpstr>
      <vt:lpstr>Quelques précisions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BECEM KLAI</dc:creator>
  <cp:lastModifiedBy>BECEM KLAI</cp:lastModifiedBy>
  <cp:revision>1</cp:revision>
  <dcterms:created xsi:type="dcterms:W3CDTF">2025-10-27T22:10:04Z</dcterms:created>
  <dcterms:modified xsi:type="dcterms:W3CDTF">2025-10-27T22:38:54Z</dcterms:modified>
</cp:coreProperties>
</file>